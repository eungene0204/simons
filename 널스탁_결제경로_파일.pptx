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7259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182F6"/>
                </a:solidFill>
                <a:latin typeface="Apple SD Gothic Neo"/>
                <a:ea typeface="Apple SD Gothic Neo"/>
              </a:rPr>
              <a:t>카드사 심사용 결제경로 파일</a:t>
            </a:r>
          </a:p>
          <a:p>
            <a:pPr algn="ctr"/>
            <a:r>
              <a:rPr sz="4000" b="1">
                <a:solidFill>
                  <a:srgbClr val="1A1A1A"/>
                </a:solidFill>
                <a:latin typeface="Apple SD Gothic Neo"/>
                <a:ea typeface="Apple SD Gothic Neo"/>
              </a:rPr>
              <a:t>널스탁 (nullstock.im)</a:t>
            </a:r>
          </a:p>
          <a:p>
            <a:pPr algn="ctr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사용자가 직접 투자 전략을 설계·백테스트·시뮬레이션하는 투자 연구 플랫폼 — 유료 구독 플랜(무형 디지털 서비스)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54480" y="2423160"/>
            <a:ext cx="9079992" cy="3291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12700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965960" y="2697480"/>
            <a:ext cx="832104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(1) 상호명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널스페이스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(2) 사업자번호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898-50-00737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(3) URL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https://nullstock.im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(4) 테스트 계정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Google 소셜 로그인 (별도 ID/PW 없는 소셜 로그인 방식 — 심사용 테스트 계정 요청 시 별도 제공)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대표자명  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이응준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사업장 주소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서울특별시 서대문구 이화여대7길 37, 3층 S88호(대현동)</a:t>
            </a:r>
          </a:p>
          <a:p>
            <a:pPr algn="l"/>
            <a:r>
              <a:rPr sz="1500" b="1">
                <a:solidFill>
                  <a:srgbClr val="2B4A9B"/>
                </a:solidFill>
                <a:latin typeface="Apple SD Gothic Neo"/>
                <a:ea typeface="Apple SD Gothic Neo"/>
              </a:rPr>
              <a:t>이메일       </a:t>
            </a:r>
            <a:r>
              <a:rPr sz="1500" b="1">
                <a:solidFill>
                  <a:srgbClr val="6B7280"/>
                </a:solidFill>
                <a:latin typeface="Apple SD Gothic Neo"/>
                <a:ea typeface="Apple SD Gothic Neo"/>
              </a:rPr>
              <a:t>  :  </a:t>
            </a:r>
            <a:r>
              <a:rPr sz="1500" b="0">
                <a:solidFill>
                  <a:srgbClr val="1A1A1A"/>
                </a:solidFill>
                <a:latin typeface="Apple SD Gothic Neo"/>
                <a:ea typeface="Apple SD Gothic Neo"/>
              </a:rPr>
              <a:t>nullspace.support@gmail.com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7259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Apple SD Gothic Neo"/>
                <a:ea typeface="Apple SD Gothic Neo"/>
              </a:rPr>
              <a:t>작성일: 2026-07-13  ·  결제수단: 토스페이먼츠 자동결제(빌링) — 신용·체크카드 정기결제  ·  월 구독형 무형 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서비스 메인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널스탁 홈페이지 메인 — 서비스(전략 백테스트 시뮬레이션) 소개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회원가입·로그인 전에도 서비스 내용과 이용약관·개인정보처리방침을 확인할 수 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13. 23시 23분 41초</a:t>
            </a:r>
          </a:p>
        </p:txBody>
      </p:sp>
      <p:pic>
        <p:nvPicPr>
          <p:cNvPr id="5" name="Picture 4" descr="01_landing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② 하단 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홈페이지 하단(footer) 사업자 정보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상호명 · 사업자등록번호 · 대표자명 · 사업장 주소 · 이메일 표기 (이용약관 / 개인정보처리방침 링크 포함)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13. 23시 23분 43초</a:t>
            </a:r>
          </a:p>
        </p:txBody>
      </p:sp>
      <p:pic>
        <p:nvPicPr>
          <p:cNvPr id="5" name="Picture 4" descr="02_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  <p:sp>
        <p:nvSpPr>
          <p:cNvPr id="6" name="Rectangle 5"/>
          <p:cNvSpPr/>
          <p:nvPr/>
        </p:nvSpPr>
        <p:spPr>
          <a:xfrm>
            <a:off x="2639415" y="5979032"/>
            <a:ext cx="6912864" cy="480060"/>
          </a:xfrm>
          <a:prstGeom prst="rect">
            <a:avLst/>
          </a:prstGeom>
          <a:noFill/>
          <a:ln w="28575">
            <a:solidFill>
              <a:srgbClr val="31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③ 환불규정 (무형상품)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이용약관 제12조 (환불 정책)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무형 디지털 서비스 환불 기준 · 정기결제 자동 갱신 및 해지 조건 고지 (홈페이지 &gt; 이용약관)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https://nullstock.im/?legal=terms   ·   캡처: 2026. 7. 13. 23시 23분 46초</a:t>
            </a:r>
          </a:p>
        </p:txBody>
      </p:sp>
      <p:pic>
        <p:nvPicPr>
          <p:cNvPr id="5" name="Picture 4" descr="03_terms_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④ 로그인 / 회원가입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Google 소셜 로그인 (회원가입과 로그인 경로 동일)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비로그인 상태로 메뉴 진입 시 로그인 안내 모달이 표시되며, Google 계정으로 가입/로그인합니다. (별도 ID/PW 없음)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   ·   캡처: 2026. 7. 13. 23시 23분 50초</a:t>
            </a:r>
          </a:p>
        </p:txBody>
      </p:sp>
      <p:pic>
        <p:nvPicPr>
          <p:cNvPr id="5" name="Picture 4" descr="04_login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⑤ 상품 선택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요금제 페이지 — 플랜(상품) 명칭·금액·제공 기능 표시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Free ₩0 / Pro ₩25,000 / Premium ₩49,000 (월, VAT 포함) — 유료 플랜의 '구독 시작하기' 선택 시 결제 페이지로 이동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   ·   캡처: 2026. 7. 13. 23시 23분 58초</a:t>
            </a:r>
          </a:p>
        </p:txBody>
      </p:sp>
      <p:pic>
        <p:nvPicPr>
          <p:cNvPr id="5" name="Picture 4" descr="05_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⑤ 구매과정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구독 결제 확인 창 — 상품명·금액·자동갱신 조건 고지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요금제에서 '구독 시작하기'를 누르면 주문 확인 창이 열리며, 월 자동결제(빌링) 조건(상품·금액·갱신 주기·환불 규정)을 고지한 뒤 '결제하기'로 진행합니다.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   ·   캡처: 2026. 7. 13. 23시 24분 2초</a:t>
            </a:r>
          </a:p>
        </p:txBody>
      </p:sp>
      <p:pic>
        <p:nvPicPr>
          <p:cNvPr id="5" name="Picture 4" descr="06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⑥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72591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1A1A1A"/>
                </a:solidFill>
                <a:latin typeface="Apple SD Gothic Neo"/>
                <a:ea typeface="Apple SD Gothic Neo"/>
              </a:rPr>
              <a:t>정기결제용 카드 등록창 (토스페이먼츠 자동결제·빌링)</a:t>
            </a:r>
          </a:p>
          <a:p>
            <a:pPr algn="ctr"/>
            <a:r>
              <a:rPr sz="1200" b="0">
                <a:solidFill>
                  <a:srgbClr val="6B7280"/>
                </a:solidFill>
                <a:latin typeface="Apple SD Gothic Neo"/>
                <a:ea typeface="Apple SD Gothic Neo"/>
              </a:rPr>
              <a:t>카드 정보를 한 번 등록하면 첫 달 이용료가 즉시 결제되고, 이후 매월 자동 청구됩니다. (테스트용 결제창 — 실제 결제 아님)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06727" y="1481328"/>
            <a:ext cx="8778240" cy="310896"/>
          </a:xfrm>
          <a:prstGeom prst="roundRect">
            <a:avLst>
              <a:gd name="adj" fmla="val 50000"/>
            </a:avLst>
          </a:prstGeom>
          <a:solidFill>
            <a:srgbClr val="F1F3F7"/>
          </a:solidFill>
          <a:ln w="9525">
            <a:solidFill>
              <a:srgbClr val="D8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0">
                <a:solidFill>
                  <a:srgbClr val="6B7280"/>
                </a:solidFill>
                <a:latin typeface="Apple SD Gothic Neo"/>
                <a:ea typeface="Apple SD Gothic Neo"/>
              </a:rPr>
              <a:t>경로: https://nullstock.im/pricing   ·   캡처: 2026. 7. 13. 23시 24분 52초   ·   테스트용 결제창</a:t>
            </a:r>
          </a:p>
        </p:txBody>
      </p:sp>
      <p:pic>
        <p:nvPicPr>
          <p:cNvPr id="5" name="Picture 4" descr="07_billing_card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7" y="1874519"/>
            <a:ext cx="7680960" cy="4800600"/>
          </a:xfrm>
          <a:prstGeom prst="rect">
            <a:avLst/>
          </a:prstGeom>
          <a:ln w="12700">
            <a:solidFill>
              <a:srgbClr val="C9CFD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992727" y="256032"/>
            <a:ext cx="4206240" cy="475488"/>
          </a:xfrm>
          <a:prstGeom prst="roundRect">
            <a:avLst>
              <a:gd name="adj" fmla="val 50000"/>
            </a:avLst>
          </a:prstGeom>
          <a:solidFill>
            <a:srgbClr val="4B6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</a:rPr>
              <a:t>제출 전 확인 사항 (내부용 — 제출 시 삭제)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25880"/>
            <a:ext cx="9994392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pple SD Gothic Neo"/>
                <a:ea typeface="Apple SD Gothic Neo"/>
              </a:rPr>
              <a:t>본 파일의 캡처는 개발(테스트) 환경에서 촬영되었습니다. 결제 기능을 https://nullstock.im 에 배포한 뒤,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Apple SD Gothic Neo"/>
                <a:ea typeface="Apple SD Gothic Neo"/>
              </a:rPr>
              <a:t>아래 조건으로 동일 화면을 재캡처하여 교체해 주세요.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1. 브라우저 주소창(도메인 nullstock.im)이 보이도록, 북마크바 없이 캡처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2. 모든 캡처에 PC 시계(시간)가 함께 나오도록 전체 화면 캡처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3. 표지의 테스트 계정 항목 확정 (Google 소셜 로그인 — 카드사 요청 시 심사용 계정 별도 안내)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4. 하단 정보에 통신판매업신고번호 · 유선전화번호 추가 여부 확인 (토스 가이드 필수 구성 항목)</a:t>
            </a:r>
          </a:p>
          <a:p>
            <a:pPr algn="l"/>
            <a:r>
              <a:rPr sz="1300" b="0">
                <a:solidFill>
                  <a:srgbClr val="1A1A1A"/>
                </a:solidFill>
                <a:latin typeface="Apple SD Gothic Neo"/>
                <a:ea typeface="Apple SD Gothic Neo"/>
              </a:rPr>
              <a:t>  5. 라이브 전환 시 토스페이먼츠 자동결제(빌링) 계약 완료 및 라이브 키 교체 확인</a:t>
            </a:r>
          </a:p>
          <a:p>
            <a:pPr algn="l"/>
            <a:r>
              <a:rPr sz="1300" b="1">
                <a:solidFill>
                  <a:srgbClr val="1A1A1A"/>
                </a:solidFill>
                <a:latin typeface="Apple SD Gothic Neo"/>
                <a:ea typeface="Apple SD Gothic Neo"/>
              </a:rPr>
              <a:t/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결제는 토스페이먼츠 자동결제(빌링) — 카드 등록 후 첫 달 즉시 결제, 이후 매월 자동 갱신, 해지 시 다음 결제일부터 미청구.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환불규정은 이용약관 제12조(환불 정책)에 게시되어 있으며, 정기결제 자동 갱신·해지 조항(7·8항)을 포함합니다.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Apple SD Gothic Neo"/>
                <a:ea typeface="Apple SD Gothic Neo"/>
              </a:rPr>
              <a:t>· 테스트용 결제창으로 연동되어도 심사 가능합니다. (토스페이먼츠 가이드 기준)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